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0" y="-914400"/>
            <a:ext cx="3657600" cy="365760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</a:defRPr>
            </a:pPr>
            <a:r>
              <a:t>VitalGuard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9800"/>
                </a:solidFill>
              </a:defRPr>
            </a:pPr>
            <a:r>
              <a:t>Real-Time IoMT Health Monitoring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57575"/>
                </a:solidFill>
              </a:defRPr>
            </a:pPr>
            <a:r>
              <a:t>Intelligent Healthcare Monitoring at the Speed of 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Healthcare Monitoring Revolution</a:t>
            </a:r>
          </a:p>
        </p:txBody>
      </p:sp>
      <p:pic>
        <p:nvPicPr>
          <p:cNvPr id="5" name="Picture 4" descr="healthcare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4876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57575"/>
                </a:solidFill>
              </a:defRPr>
            </a:pPr>
            <a:r>
              <a:t>Continuous Intelligent Patient Monitoring Through Advanced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42A5F5"/>
          </a:solidFill>
          <a:ln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🚀 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📡 Real-Time Simulation: Generates vital sign data for 50+ virtual devices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🤖 Tri-Model AI Architecture: Edge, Forecasting &amp; Medical Imaging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⚡ High Performance: FastAPI for low-latency inference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📊 Interactive Dashboard: Modern, responsive monitoring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🛡️ Secure &amp; Modular: Anonymized data with easy model upgrades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AI/ML Tri-Model System</a:t>
            </a:r>
          </a:p>
        </p:txBody>
      </p:sp>
      <p:pic>
        <p:nvPicPr>
          <p:cNvPr id="5" name="Picture 4" descr="ai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4876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57575"/>
                </a:solidFill>
              </a:defRPr>
            </a:pPr>
            <a:r>
              <a:t>Edge Intelligence + Temporal Forecasting + Medical Imaging = Comprehensive Health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A5F5"/>
                </a:solidFill>
              </a:defRPr>
            </a:pPr>
            <a:r>
              <a:t>📊 Data Flow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1️⃣ Sensors: Real-time vital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2️⃣ Edge Layer: Instant anomaly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3️⃣ Forecasting: Trend prediction (TFT)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4️⃣ Imaging: Medical image analysis (CNN)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5️⃣ Aggregation: Final health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CD4"/>
                </a:solidFill>
              </a:defRPr>
            </a:pPr>
            <a:r>
              <a:t>🏗️ System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Data Layer: IoT sensor streams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Service Layer: AI orchestration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Inference Engine: Model aggregation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Presentation: Real-time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Output: Normal/Anomaly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Tri-Model Intelligence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280160"/>
            <a:ext cx="27432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463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53935"/>
                </a:solidFill>
              </a:defRPr>
            </a:pPr>
            <a:r>
              <a:t>⚡ Edge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01168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Isolation Forest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Instant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Low-Latency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Vital Anomalies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280160"/>
            <a:ext cx="27432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63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9C27B0"/>
                </a:solidFill>
              </a:defRPr>
            </a:pPr>
            <a:r>
              <a:t>🔮 TFT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01168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Temporal Fusion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Trend Forecasting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Future Prediction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Health Trends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280160"/>
            <a:ext cx="27432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CAF50"/>
                </a:solidFill>
              </a:defRPr>
            </a:pPr>
            <a:r>
              <a:t>🖼️ CNN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011680"/>
            <a:ext cx="2560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ResNet50 Network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X-ray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Image Anomalies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212121"/>
                </a:solidFill>
              </a:defRPr>
            </a:pPr>
            <a:r>
              <a:t>Medical Imaging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Modern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BCD4"/>
                </a:solidFill>
              </a:defRPr>
            </a:pPr>
            <a:r>
              <a:t>🔧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Python 3.10+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FastAPI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Uvicorn (ASGI)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PyTorch for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Scikit-learn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9C27B0"/>
                </a:solidFill>
              </a:defRPr>
            </a:pPr>
            <a:r>
              <a:t>🎨 Frontend &amp;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HTML5 &amp; CSS3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Vanilla JavaScript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Real-time Polling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CSV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Joblib &amp; Pickle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Live Monitoring Dashboard</a:t>
            </a:r>
          </a:p>
        </p:txBody>
      </p:sp>
      <p:pic>
        <p:nvPicPr>
          <p:cNvPr id="5" name="Picture 4" descr="dashboard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48768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486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757575"/>
                </a:solidFill>
              </a:defRPr>
            </a:pPr>
            <a:r>
              <a:t>Real-Time Device Status • Color-Coded Health Indicators • Instant Alerts • 3-Second Refresh 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C27B0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📡 Data Flow &amp;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🔄 Simulator generates 50 virtual devices with realistic vital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🎯 FastAPI orchestrates simulation lifecycle and exposes REST endpoints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📲 Frontend polls /devices endpoint every 3 seconds for live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🧠 Each request: vitals → Edge service → TFT service → CNN service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✅ Backend aggregates outputs into Final Health Decision (Normal/Anomaly)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Getting Started &amp; Future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A5F5"/>
                </a:solidFill>
              </a:defRPr>
            </a:pPr>
            <a:r>
              <a:t>🚀 Quick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1. Clone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2. Create virtual env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3. pip install -r requirements.txt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4. python backend/main.py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5. Open dashboard!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4114800" cy="5120640"/>
          </a:xfrm>
          <a:prstGeom prst="rect">
            <a:avLst/>
          </a:prstGeom>
          <a:solidFill>
            <a:srgbClr val="F0F8FF"/>
          </a:solidFill>
          <a:ln w="381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146304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🌟 Future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011680"/>
            <a:ext cx="37490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🔗 Real IoT device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📱 Mobile app version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🌐 Edge computing deployment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🔔 Predictive alert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📈 Enhanced model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CD4"/>
          </a:solidFill>
          <a:ln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73152"/>
          </a:xfrm>
          <a:prstGeom prst="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🛡️ Security, Benefits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🔐 Security: Data anonymization, modular design, easy security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✨ Benefits: Real-time monitoring, multi-model redundancy, high scalability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💡 Innovation: Continuous model improvement, expanded vital parameters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🏥 Healthcare Impact: Enhanced patient safety, improved clinical decisions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12121"/>
                </a:solidFill>
              </a:defRPr>
            </a:pPr>
            <a:r>
              <a:t>🌍 Vision: Transform healthcare through intelligent, accessible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